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gCmLGw8Fpk8GyT0xnBYqoJjBF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822"/>
            <a:ext cx="12185522" cy="68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3685" y="143435"/>
            <a:ext cx="1388037" cy="992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0916" y="143434"/>
            <a:ext cx="1762397" cy="992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2950" y="358867"/>
            <a:ext cx="1223403" cy="1223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17618" y="143434"/>
            <a:ext cx="1533245" cy="1533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822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822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822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7838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822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239" y="13854"/>
            <a:ext cx="12185522" cy="685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</Words>
  <Application>Microsoft Office PowerPoint</Application>
  <PresentationFormat>Widescreen</PresentationFormat>
  <Paragraphs>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68800978 Ghaith</dc:creator>
  <cp:lastModifiedBy>Test</cp:lastModifiedBy>
  <cp:revision>12</cp:revision>
  <dcterms:created xsi:type="dcterms:W3CDTF">2026-08-23T16:51:31Z</dcterms:created>
  <dcterms:modified xsi:type="dcterms:W3CDTF">2026-08-24T15:52:58Z</dcterms:modified>
</cp:coreProperties>
</file>